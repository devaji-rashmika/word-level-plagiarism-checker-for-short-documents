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Lora" pitchFamily="2" charset="0"/>
      <p:regular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96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23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080220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Word-Level Plagiarism Detection for Small Documents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413940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lightweight, transparent approach to identifying textual overlap in academic and professional documents.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934" y="511870"/>
            <a:ext cx="4375537" cy="58342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594816"/>
            <a:ext cx="6223638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Plagiarism Problem</a:t>
            </a:r>
            <a:endParaRPr lang="en-US" sz="3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1462286"/>
            <a:ext cx="6223638" cy="14714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1431" y="1684040"/>
            <a:ext cx="5678544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Easier Than Ever to Copy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21431" y="2088654"/>
            <a:ext cx="5678544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content makes verbatim and near-verbatim copying trivially simple, raising the stakes for detection.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126978"/>
            <a:ext cx="6223638" cy="14714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1431" y="3348732"/>
            <a:ext cx="5678544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Detection Is a Necessity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021431" y="3753346"/>
            <a:ext cx="5678544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Academic institutions and professional environments demand efficient, reliable tools to safeguard originality.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791670"/>
            <a:ext cx="6223638" cy="14714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1431" y="5013424"/>
            <a:ext cx="5678544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Wide Spectrum of Methods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1021431" y="5418038"/>
            <a:ext cx="5678544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Solutions range from simple string matching to computationally expensive machine learning models — each with trade-offs.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697831"/>
            <a:ext cx="3462152" cy="3462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3144" y="1655465"/>
            <a:ext cx="6846716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Approach: Lightweight &amp; Practical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4653144" y="3028255"/>
            <a:ext cx="684671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Rather than reaching for heavy ML infrastructure, this system achieves effective detection through fundamental computer science: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653144" y="3846116"/>
            <a:ext cx="6846716" cy="1485999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Word-level comparison</a:t>
            </a: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instead of costly semantic analysis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Efficient for small documents</a:t>
            </a: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no GPU or cloud compute needed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HashSet and ArrayList</a:t>
            </a: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fast, duplicate-free word matching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Matching words displayed</a:t>
            </a: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explicitly for full transparency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0375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It Works: 8-Step Process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20" y="1666248"/>
            <a:ext cx="10449755" cy="3921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14221" y="4667724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Compare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27860" y="4667724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HashSet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352294" y="4667724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Tokenize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76729" y="4667724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Preprocess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57981" y="4667724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 Docs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8086" y="5835055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step is deliberately simple, making the pipeline easy to audit, modify, and extend for educational or practical use.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1984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Similarity Calculation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554520" y="1705670"/>
            <a:ext cx="5441615" cy="4332387"/>
          </a:xfrm>
          <a:prstGeom prst="roundRect">
            <a:avLst>
              <a:gd name="adj" fmla="val 691"/>
            </a:avLst>
          </a:prstGeom>
          <a:solidFill>
            <a:srgbClr val="38512F"/>
          </a:solidFill>
          <a:ln/>
        </p:spPr>
      </p:sp>
      <p:sp>
        <p:nvSpPr>
          <p:cNvPr id="4" name="Text 2"/>
          <p:cNvSpPr/>
          <p:nvPr/>
        </p:nvSpPr>
        <p:spPr>
          <a:xfrm>
            <a:off x="753944" y="1905099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Formula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53944" y="2397820"/>
            <a:ext cx="5042766" cy="14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Similarity % = (Common Words ÷ Unique Words in Reference) × 100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Example:</a:t>
            </a: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8 matching words out of 20 unique reference words = </a:t>
            </a:r>
            <a:r>
              <a:rPr lang="en-US" sz="15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40% similarity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345476" y="1905099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Critical Distinction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5476" y="2397820"/>
            <a:ext cx="5154484" cy="2094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deliberately reports </a:t>
            </a: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"Similarity %"</a:t>
            </a: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not </a:t>
            </a: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"Plagiarism %"</a:t>
            </a: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Word overlap alone is insufficient to prove plagiarism. Common vocabulary, shared terminology, and domain-specific language naturally inflate surface similarity without indicating intent to copy.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45476" y="4716760"/>
            <a:ext cx="5154484" cy="1096963"/>
          </a:xfrm>
          <a:prstGeom prst="roundRect">
            <a:avLst>
              <a:gd name="adj" fmla="val 2728"/>
            </a:avLst>
          </a:prstGeom>
          <a:solidFill>
            <a:srgbClr val="E2ECD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900" y="5007372"/>
            <a:ext cx="249330" cy="1994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93656" y="4946055"/>
            <a:ext cx="43068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plagiarism determination always requires human judgment.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1010146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Literature Foundation</a:t>
            </a:r>
            <a:endParaRPr lang="en-US" sz="3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1895971"/>
            <a:ext cx="498661" cy="4986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17963" y="1895971"/>
            <a:ext cx="54756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String Matching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017963" y="2308920"/>
            <a:ext cx="547564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Effective for detecting direct, verbatim copying. Struggles significantly when a source has been paraphrased or reworded.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3346252"/>
            <a:ext cx="498661" cy="4986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17963" y="3346252"/>
            <a:ext cx="54756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Word-Based Similarity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017963" y="3759200"/>
            <a:ext cx="547564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Bag-of-Words and Jaccard Similarity methods offer simplicity and computational efficiency — the foundation of this project.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9971" y="4796532"/>
            <a:ext cx="498661" cy="4986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17963" y="4796532"/>
            <a:ext cx="54756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Semantic Approaches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6017963" y="5209480"/>
            <a:ext cx="547564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Models like Word2Vec and BERT capture deeper meaning but demand substantially more computational resources.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8628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This Approach Works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371923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897510" y="257135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Simplicity Meets Function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7510" y="298430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Balances ease of implementation with genuinely practical detection capability.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95560" y="2371923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6394985" y="257135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Computationally Lean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94985" y="298430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Optimised for small documents — runs efficiently on everyday hardware without specialised infrastructure.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8086" y="4021534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897510" y="422096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CS Concepts in Action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7510" y="463391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Demonstrates text processing, tokenisation, and data structures solving a real-world problem.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95560" y="4021534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3" name="Text 11"/>
          <p:cNvSpPr/>
          <p:nvPr/>
        </p:nvSpPr>
        <p:spPr>
          <a:xfrm>
            <a:off x="6394985" y="422096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Introductory-Friendly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94985" y="463391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ideal entry-point tool for academic courses in algorithms, NLP, or software engineering.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83245"/>
            <a:ext cx="684671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Technical Requirements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549698"/>
            <a:ext cx="684671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Software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2042418"/>
            <a:ext cx="6846716" cy="111611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 JDK 17 or higher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 of choice (IntelliJ, Eclipse, VS Code)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Java Collections: </a:t>
            </a:r>
            <a:r>
              <a:rPr lang="en-US" sz="15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HashSet</a:t>
            </a: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5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8086" y="3357959"/>
            <a:ext cx="684671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Hardware — Minimal by Design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86" y="3850680"/>
            <a:ext cx="6846716" cy="109706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 Core i3 processor (or equivalent)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 GB RAM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500 MB available storage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98086" y="5172075"/>
            <a:ext cx="6846716" cy="777776"/>
          </a:xfrm>
          <a:prstGeom prst="roundRect">
            <a:avLst>
              <a:gd name="adj" fmla="val 3847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10" y="5462687"/>
            <a:ext cx="249330" cy="1994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46266" y="5401370"/>
            <a:ext cx="660869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GPU, no cloud, no machine learning models required.</a:t>
            </a:r>
            <a:endParaRPr lang="en-US" sz="15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708" y="1697831"/>
            <a:ext cx="3462152" cy="34622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907256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Takeaway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698086" y="1793081"/>
            <a:ext cx="448755" cy="448766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1346266" y="1861641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Practical, Transparent Foundation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46266" y="2274590"/>
            <a:ext cx="55754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Word-level detection provides a clear and auditable method for identifying textual overlap without a black-box model.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98086" y="3311922"/>
            <a:ext cx="448755" cy="448766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9" name="Text 6"/>
          <p:cNvSpPr/>
          <p:nvPr/>
        </p:nvSpPr>
        <p:spPr>
          <a:xfrm>
            <a:off x="1346266" y="3380482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Human Review Remains Essential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46266" y="3793430"/>
            <a:ext cx="55754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Similarity scores are a signal, not a verdict. Context, intent, and domain knowledge require human interpretation.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98086" y="4830762"/>
            <a:ext cx="448755" cy="448766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1346266" y="4899323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Fundamental CS, Real-World Impact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46266" y="5312271"/>
            <a:ext cx="55754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system shows how core concepts in data structures and text processing translate directly into meaningful applications.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529</Words>
  <Application>Microsoft Office PowerPoint</Application>
  <PresentationFormat>Widescreen</PresentationFormat>
  <Paragraphs>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Source Sans 3</vt:lpstr>
      <vt:lpstr>Consolas</vt:lpstr>
      <vt:lpstr>Source Sans 3 Bold</vt:lpstr>
      <vt:lpstr>Lora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devaji rashmika</cp:lastModifiedBy>
  <cp:revision>2</cp:revision>
  <dcterms:created xsi:type="dcterms:W3CDTF">2026-08-20T08:15:04Z</dcterms:created>
  <dcterms:modified xsi:type="dcterms:W3CDTF">2026-08-27T07:05:51Z</dcterms:modified>
</cp:coreProperties>
</file>